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5D671-FDB0-0A22-B69D-A51C4D43D3ED}" v="231" dt="2026-03-09T08:28:37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>
                <a:ea typeface="+mj-lt"/>
                <a:cs typeface="+mj-lt"/>
              </a:rPr>
              <a:t>A három legnagyobb hatású női programozó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Készítette: Mandics Levente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88AE78-0041-8B94-D500-9EF633AF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hu-HU"/>
              <a:t>Ada Lovelace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BEBDD4-A969-20C0-263F-5A3FF26C9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Első programozó a történelemben</a:t>
            </a:r>
          </a:p>
          <a:p>
            <a:r>
              <a:rPr lang="hu-HU"/>
              <a:t>Az 1800-as években dolgozott.</a:t>
            </a:r>
          </a:p>
          <a:p>
            <a:r>
              <a:rPr lang="hu-HU">
                <a:ea typeface="+mn-lt"/>
                <a:cs typeface="+mn-lt"/>
              </a:rPr>
              <a:t>Felismerte, hogy a számítógépek nem csak számolásra alkalmasak.</a:t>
            </a:r>
          </a:p>
          <a:p>
            <a:r>
              <a:rPr lang="hu-HU">
                <a:ea typeface="+mn-lt"/>
                <a:cs typeface="+mn-lt"/>
              </a:rPr>
              <a:t>Az első algoritmus kidolgozója, amit számítógép végrehajthat. Ez a Bernoulli- számok kiszámítására szolgált.</a:t>
            </a:r>
          </a:p>
        </p:txBody>
      </p:sp>
    </p:spTree>
    <p:extLst>
      <p:ext uri="{BB962C8B-B14F-4D97-AF65-F5344CB8AC3E}">
        <p14:creationId xmlns:p14="http://schemas.microsoft.com/office/powerpoint/2010/main" val="406708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7A7A766-3409-D1C5-3F4C-E0A738D5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hu-HU" sz="3200">
                <a:solidFill>
                  <a:srgbClr val="595959"/>
                </a:solidFill>
              </a:rPr>
              <a:t>2. Grace Hopper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D7FEEB-E62F-29C6-E524-48CEE5754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000">
                <a:solidFill>
                  <a:srgbClr val="595959"/>
                </a:solidFill>
              </a:rPr>
              <a:t>A COBOL nyelv egyik fejlesztője.</a:t>
            </a:r>
          </a:p>
          <a:p>
            <a:r>
              <a:rPr lang="hu-HU" sz="2000">
                <a:solidFill>
                  <a:srgbClr val="595959"/>
                </a:solidFill>
                <a:ea typeface="+mn-lt"/>
                <a:cs typeface="+mn-lt"/>
              </a:rPr>
              <a:t>Az “adatfeldolgozás problémáinak” úttörője a számítógépekben</a:t>
            </a:r>
          </a:p>
          <a:p>
            <a:r>
              <a:rPr lang="hu-HU" sz="2000">
                <a:solidFill>
                  <a:srgbClr val="595959"/>
                </a:solidFill>
                <a:ea typeface="+mn-lt"/>
                <a:cs typeface="+mn-lt"/>
              </a:rPr>
              <a:t>Katonai és civil informatikai innovációkban is kulcsszereplő.</a:t>
            </a:r>
          </a:p>
          <a:p>
            <a:endParaRPr lang="hu-HU" sz="2000">
              <a:solidFill>
                <a:srgbClr val="595959"/>
              </a:solidFill>
            </a:endParaRPr>
          </a:p>
        </p:txBody>
      </p:sp>
      <p:pic>
        <p:nvPicPr>
          <p:cNvPr id="4" name="Kép 3" descr="A képen Emberi arc, személy, Hivatalos, ruházat látható&#10;&#10;Lehet, hogy az AI által létrehozott tartalom helytelen.">
            <a:extLst>
              <a:ext uri="{FF2B5EF4-FFF2-40B4-BE49-F238E27FC236}">
                <a16:creationId xmlns:a16="http://schemas.microsoft.com/office/drawing/2014/main" id="{1F80FD3A-5811-5D48-04D9-5A7568EC0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540" y="685799"/>
            <a:ext cx="4425577" cy="553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48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Tartalom helye 4" descr="A képen ruházat, személy, ruha, fal látható&#10;&#10;Lehet, hogy az AI által létrehozott tartalom helytelen.">
            <a:extLst>
              <a:ext uri="{FF2B5EF4-FFF2-40B4-BE49-F238E27FC236}">
                <a16:creationId xmlns:a16="http://schemas.microsoft.com/office/drawing/2014/main" id="{5FC32EFE-15C1-CEDE-5B90-22A36C2B66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5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C9F80A1-4F58-AA32-5C7A-6629E9392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3. Margaret Hamilton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B2F93A3-BC65-C248-209A-56E36281F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NASA Apollo program </a:t>
            </a:r>
            <a:r>
              <a:rPr lang="en-US" sz="2000" dirty="0" err="1"/>
              <a:t>vezető</a:t>
            </a:r>
            <a:r>
              <a:rPr lang="en-US" sz="2000" dirty="0"/>
              <a:t> </a:t>
            </a:r>
            <a:r>
              <a:rPr lang="en-US" sz="2000" dirty="0" err="1"/>
              <a:t>szoftverfejlesztője</a:t>
            </a:r>
            <a:r>
              <a:rPr lang="en-US" sz="2000" dirty="0"/>
              <a:t> (a </a:t>
            </a:r>
            <a:r>
              <a:rPr lang="en-US" sz="2000" dirty="0" err="1"/>
              <a:t>képen</a:t>
            </a:r>
            <a:r>
              <a:rPr lang="en-US" sz="2000" dirty="0"/>
              <a:t> </a:t>
            </a:r>
            <a:r>
              <a:rPr lang="en-US" sz="2000" dirty="0" err="1"/>
              <a:t>az</a:t>
            </a:r>
            <a:r>
              <a:rPr lang="en-US" sz="2000" dirty="0"/>
              <a:t> </a:t>
            </a:r>
            <a:r>
              <a:rPr lang="en-US" sz="2000" dirty="0" err="1"/>
              <a:t>ehhez</a:t>
            </a:r>
            <a:r>
              <a:rPr lang="en-US" sz="2000" dirty="0"/>
              <a:t> </a:t>
            </a:r>
            <a:r>
              <a:rPr lang="en-US" sz="2000" dirty="0" err="1"/>
              <a:t>írt</a:t>
            </a:r>
            <a:r>
              <a:rPr lang="en-US" sz="2000" dirty="0"/>
              <a:t> </a:t>
            </a:r>
            <a:r>
              <a:rPr lang="en-US" sz="2000" dirty="0" err="1"/>
              <a:t>kódot</a:t>
            </a:r>
            <a:r>
              <a:rPr lang="en-US" sz="2000" dirty="0"/>
              <a:t> </a:t>
            </a:r>
            <a:r>
              <a:rPr lang="en-US" sz="2000" dirty="0" err="1"/>
              <a:t>lehet</a:t>
            </a:r>
            <a:r>
              <a:rPr lang="en-US" sz="2000" dirty="0"/>
              <a:t> </a:t>
            </a:r>
            <a:r>
              <a:rPr lang="en-US" sz="2000" dirty="0" err="1"/>
              <a:t>látni</a:t>
            </a:r>
            <a:r>
              <a:rPr lang="en-US" sz="2000" dirty="0"/>
              <a:t>) </a:t>
            </a:r>
          </a:p>
          <a:p>
            <a:r>
              <a:rPr lang="en-US" sz="2000" err="1"/>
              <a:t>Kiemelkedő</a:t>
            </a:r>
            <a:r>
              <a:rPr lang="en-US" sz="2000"/>
              <a:t> </a:t>
            </a:r>
            <a:r>
              <a:rPr lang="en-US" sz="2000" err="1"/>
              <a:t>szerepe</a:t>
            </a:r>
            <a:r>
              <a:rPr lang="en-US" sz="2000"/>
              <a:t> volt </a:t>
            </a:r>
            <a:r>
              <a:rPr lang="en-US" sz="2000" err="1"/>
              <a:t>az</a:t>
            </a:r>
            <a:r>
              <a:rPr lang="en-US" sz="2000"/>
              <a:t> Apollo-11 </a:t>
            </a:r>
            <a:r>
              <a:rPr lang="en-US" sz="2000" err="1"/>
              <a:t>sikerében</a:t>
            </a:r>
            <a:endParaRPr lang="en-US" sz="2000" dirty="0" err="1"/>
          </a:p>
          <a:p>
            <a:r>
              <a:rPr lang="en-US" sz="2000" err="1"/>
              <a:t>Bevezette</a:t>
            </a:r>
            <a:r>
              <a:rPr lang="en-US" sz="2000"/>
              <a:t> a software engineering </a:t>
            </a:r>
            <a:r>
              <a:rPr lang="en-US" sz="2000" err="1"/>
              <a:t>fogalmát</a:t>
            </a:r>
            <a:endParaRPr lang="en-US" sz="2000" dirty="0" err="1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38488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660956-CAC6-37C0-B039-BA95FA4A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Összegzés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2B6F18-56BC-35A0-48C2-3FCF8CAFF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ea typeface="+mn-lt"/>
                <a:cs typeface="+mn-lt"/>
              </a:rPr>
              <a:t>Ada Lovelace: az első programozó és elméleti gondolkodó</a:t>
            </a:r>
            <a:endParaRPr lang="hu-HU"/>
          </a:p>
          <a:p>
            <a:r>
              <a:rPr lang="hu-HU">
                <a:ea typeface="+mn-lt"/>
                <a:cs typeface="+mn-lt"/>
              </a:rPr>
              <a:t>Grace Hopper: a programozás gyakorlati és nyelvi forradalmat hozó alakja</a:t>
            </a:r>
            <a:endParaRPr lang="hu-HU"/>
          </a:p>
          <a:p>
            <a:r>
              <a:rPr lang="hu-HU">
                <a:ea typeface="+mn-lt"/>
                <a:cs typeface="+mn-lt"/>
              </a:rPr>
              <a:t>Margaret Hamilton: a szoftverfejlesztés és űrtechnológia úttörője</a:t>
            </a:r>
            <a:endParaRPr lang="hu-HU"/>
          </a:p>
          <a:p>
            <a:r>
              <a:rPr lang="hu-HU">
                <a:ea typeface="+mn-lt"/>
                <a:cs typeface="+mn-lt"/>
              </a:rPr>
              <a:t>E három nő bizonyítja, hogy </a:t>
            </a:r>
            <a:r>
              <a:rPr lang="hu-HU" b="1">
                <a:ea typeface="+mn-lt"/>
                <a:cs typeface="+mn-lt"/>
              </a:rPr>
              <a:t>a férfiak által dominált technológiai és programozási területen</a:t>
            </a:r>
            <a:r>
              <a:rPr lang="hu-HU">
                <a:ea typeface="+mn-lt"/>
                <a:cs typeface="+mn-lt"/>
              </a:rPr>
              <a:t> is a kreativitás, kitartás és tudás képes alapjaiban formálni a fejlődést.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59472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5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6" baseType="lpstr">
      <vt:lpstr>Office-téma</vt:lpstr>
      <vt:lpstr>A három legnagyobb hatású női programozó</vt:lpstr>
      <vt:lpstr>Ada Lovelace</vt:lpstr>
      <vt:lpstr>2. Grace Hopper</vt:lpstr>
      <vt:lpstr>3. Margaret Hamilton</vt:lpstr>
      <vt:lpstr>Összegzés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75</cp:revision>
  <dcterms:created xsi:type="dcterms:W3CDTF">2026-03-09T08:11:53Z</dcterms:created>
  <dcterms:modified xsi:type="dcterms:W3CDTF">2026-03-09T08:30:22Z</dcterms:modified>
</cp:coreProperties>
</file>